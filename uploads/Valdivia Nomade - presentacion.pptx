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pregunta o dato sorpresivo. Establecer credibilidad. Presentar la agenda.
--- Tips de delivery ---
• Pausa 3 segundos después de leer la cita para dejar que el concepto resuene
• Contacto visual directo al decir 'nueva era' para anclar credibilidad
• Enfatiza 'territorios' y 'estándar global' con tono firme y confiado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Convenio de residencia I+D+i CRTIC + CNC. Conectar con la audiencia usando esperanza.
--- Tips de delivery ---
• Señala visualmente el documento del convenio si está disponible físicamente
• Al mencionar 'ambos' en dimensiones compartidas, haz gesto de unión con las manos
• Usa tono formal pero cercano: es marco legal pero también compromiso de equipo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Estructura de 3 fases del proyecto (KPIs por fase). Conectar con la audiencia usando esperanza.
--- Tips de delivery ---
• Haz pausa entre cada fase para permitir procesamiento cognitivo
• Enfatiza números clave con gestos: levanta 1 dedo para Fase 1, etc.
• Al llegar a Fase 3, acelera ligeramente el ritmo para transmitir momentum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Roles y responsabilidades por dimensión de innovación. Conectar con la audiencia usando esperanza.
--- Tips de delivery ---
• Usa color diferenciado para dimensiones exclusivas vs compartidas
• Al mencionar 'co-responsabilidad', mira a ambos equipos (CNC y CRTIC) alternativamente
• Enfatiza '20%' para mostrar balance equitativo de responsabilidades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Logística de grabación orquestal en Valdivia. Conectar con la audiencia usando excitación.
--- Tips de delivery ---
• Señala cada pilar con gestos físicos para anclar la información espacialmente
• Al mencionar '30 músicos', haz pausa breve para dimensionar la complejidad
• Termina con tono confiado: 'Cada pilar está cubierto' para transmitir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Setup de microfonía para mezcla inmersiva. Conectar con la audiencia usando análisis.
--- Tips de delivery ---
• Si hay diagrama visual del setup, señálalo físicamente mientras explicas
• Usa tono técnico-confiado: estos números transmiten expertise
• Haz pausa antes de 'estándar internacional' para darle peso a la afirmación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Planificación de equipo técnico/humano local Valdivia. Conectar con la audiencia usando excitación.
--- Tips de delivery ---
• Enfatiza '$2.460.000' con tono firme: el presupuesto está controlado
• Al mencionar 'contingencia 15%', haz gesto de tranquilidad con las manos
• Cierra con 'riesgo &lt;5%' en tono confiado para transmitir seguridad operativa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Definición de propiedad intelectual en convenio. Conectar con la audiencia usando esperanza.
--- Tips de delivery ---
• Lee la cita con tono formal pero accesible: es tema legal pero debe ser claro
• Pausa 2 segundos después de 'convenio a firmar' para dejar asentar el compromiso
• Enfatiza 'co-creado' con gesto de unión para reforzar colaboración equitativa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Visión: CRTIC referente nacional con proyección global. Conectar con la audiencia usando esperanza.
--- Tips de delivery ---
• Usa tono aspiracional pero fundamentado en datos (los KPIs validan el 'después')
• Haz pausa larga entre 'ANTES' y 'DESPUÉS' para crear contraste dramático
• Termina con mirada panorámica al equipo: esto es logro colectivo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el viaje emocional. Dar el CTA específico. Dejar imagen mental duradera.
--- Tips de delivery ---
• Lee cada acción con ritmo marcado, como cuenta regresiva
• Al mencionar cada responsable, haz contacto visual con esa persona/área
• Termina con '¿Listos para hacer historia?' en tono alto y mira a todo el equipo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Valdivia Nómade redefine innovación cultural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innovación cultural tecnocreativa ya no sucede solo en laboratorios urbanos. Ahora viaja, captura territorios y construye experiencias inmersivas que trascienden fronteras." Este proyecto marca el inicio de una nueva era para CRTIC y CNC: la convergencia entre arte, tecnología y territorio como motor de transformación cultural con estándar global. En 18 meses pasaremos de co-diseño experimental a modelo escalable internacionalmente.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Convenio I+D+i: base legal de colaboración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convenio de residencia I+D+i entre CRTIC y CNC establece el marco institucional de esta alianza estratégica. Define responsabilidades compartidas en 5 dimensiones de innovación cultural: creativa (CNC), reflexiva (CRTIC), tecnológica (ambos), investigadora (CRTIC) y crítica (ambos). La propiedad intelectual será específica a Valdivia Nómade y quedará detallada en el convenio a firmar. Este acuerdo habilita la colaboración operativa que permitirá ejecutar las 3 fases del proyecto con claridad jurídica y roles definidos.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fases, 3 KPIs, 18 meses de ejecución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**Fase 1: Co-diseño, Captura y Prototipado Acelerado (Meses 1-4)** — KPI: Latencia del sistema &lt;50ms + Velocidad de iteración &gt;3 ciclos/semana. Foco: grabación orquestal en Valdivia con calidad inmersiva. **Fase 2: Producción Artística y Piloto Territorial (Meses 5-6)** — KPI: Uptime &gt;95% + Tasa de incidentes críticos &lt;2%. Foco: experiencia funcional lista para testeo. **Fase 3: Escalabilidad Global (Meses 7-18)** — KPI: Índice de portabilidad logística &gt;80% + Aceleración operativa 40% vs Fase 2. Foco: modelo replicable a otros territorios.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dimensiones, roles claros, ejecución precisa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**Dimensión Creativa (CNC, 20%):** Desarrollo conceptual y dirección artística de la experiencia inmersiva. **Dimensión Reflexiva (CRTIC, 20%):** Contextualización cultural y análisis crítico del impacto territorial. **Dimensión Tecnológica (CNC+CRTIC, 20%):** Implementación de infraestructura técnica y herramientas digitales inmersivas. **Dimensión Investigadora (CRTIC, 20%):** Recopilación territorial de información y mapeo cultural de Valdivia. **Dimensión Crítica (CNC+CRTIC, 20%):** Evaluación continua del impacto cultural y ajustes metodológicos. Las dimensiones compartidas operan bajo co-responsabilidad con división de tareas específicas según expertise institucional.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Grabación en Valdivia: 6 pilares logísticos críticos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**1. Desplazamiento Santiago-Valdivia:** Coordinación de viaje para 8 personas + equipamiento técnico especializado. **2. Orquesta Filarmónica:** 30 músicos coordinados para sesión de captura de 4 horas. **3. Locación acústica:** Espacio con control sonoro óptimo para grabación inmersiva. **4. Equipamiento técnico:** Sistema de microfonía multicanal + interfaces de audio + monitoreo. **5. Equipo técnico local:** Ingeniero de sonido + asistente técnico contratados en Valdivia. **6. Protocolo de captura:** Checklist de verificación pre-grabación + plan de contingencia técnica. Cada pilar tiene responsable asignado y ventana temporal definida.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inmersivo: 16 canales, formato Ambisonics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**Configuración de microfonía:** Array principal Ambisonics 3D (8 canales) + micrófonos spot por sección orquestal (cuerdas, vientos, metales, percusión = 8 canales adicionales). Total: 16 canales de captura simultánea. **Formato de grabación:** WAV 48kHz/24bit para máxima fidelidad. **Posicionamiento espacial:** Micrófonos Ambisonics a 3.5m de altura, distancia orquesta-array: 4m. Spots a 1.2m sobre cada sección. **Validación pre-grabación:** Prueba de señal + verificación de fase + test de espacialización en DAW. **Entregable:** Stems multipista listos para mezcla inmersiva en Fase 2. Este setup garantiza captura con estándar internacional para experiencias inmersivas territoriales.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local Valdivia: 3 proveedores, presupuesto controlado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**Ingeniero de sonido senior:** $450.000 CLP/día (2 días = $900.000). Proveedor confirmado: Estudio SurSonido Valdivia. **Asistente técnico:** $180.000 CLP/día (2 días = $360.000). Pool de 2 proveedores validados. **Equipamiento técnico (alquiler):** $1.200.000 CLP (sistema completo 3 días). Proveedor: AudioPro Valdivia. **Total Fase 1 Valdivia:** $2.460.000 CLP. **Contingencia:** 15% adicional ($369.000) para sobrecostos o días extra. **Disponibilidad confirmada:** Semana del 12-16 mayo 2025. Contratos pre-firmados reducen riesgo de indisponibilidad a &lt;5%.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compartida: claridad desde el inicio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propiedad intelectual generada en Valdivia Nómade será compartida exclusivamente entre CRTIC y CNC, con derechos específicos detallados en el convenio a firmar post-captura." Este acuerdo garantiza que ambas instituciones co-propietarias puedan usar, adaptar y escalar el modelo territorialmente. Los derechos incluyen: reproducción de contenidos, adaptación a otros territorios, comercialización conjunta y cesión de licencias a terceros bajo aprobación mutua. La PI no incluye obras preexistentes de cada institución, solo lo co-creado en este proyecto.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ESPERANZA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experimento local a referente global en 18 meses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**ANTES (Mes 0):** CRTIC y CNC son instituciones reconocidas localmente, con proyectos inmersivos aislados, sin modelo territorial replicable ni estándar internacional documentado. **DESPUÉS (Mes 18):** CRTIC posicionado como referente nacional de innovación cultural tecnocreativa, con modelo Valdivia Nómade escalable, documentación con estándar global, proyección internacional (presentaciones en festivales, papers académicos) y capacidad operativa 40% más eficiente. Este salto transforma ambas instituciones de ejecutores de proyectos a diseñadores de metodologías exportables.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7 días: 5 acciones críticas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**1. Confirmar contratos equipo local Valdivia (Responsable: Dimensión Tecnológica) — Deadline: 25 abril.** **2. Validar checklist técnico de microfonía inmersiva (Responsable: Dimensión Tecnológica + Creativa) — Deadline: 26 abril.** **3. Coordinar logística de viaje Santiago-Valdivia (Responsable: Dimensión Creativa) — Deadline: 28 abril.** **4. Firmar convenio de PI (Responsables: Dirección CRTIC + CNC) — Deadline: 30 abril.** **5. Sesión pre-grabación con orquesta (ensayo técnico) — Fecha: 10 mayo, Valdivia.** Estas 5 acciones activan Fase 1. El éxito de Valdivia Nómade empieza hoy, con cada responsable ejecutando su dimensión. ¿Listos para hacer historia?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47120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8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StoryVibe Presentation</dc:title>
  <dc:subject>PptxGenJS Presentation</dc:subject>
  <dc:creator>PptxGenJS</dc:creator>
  <cp:lastModifiedBy>PptxGenJS</cp:lastModifiedBy>
  <cp:revision>1</cp:revision>
  <dcterms:created xsi:type="dcterms:W3CDTF">2026-04-20T20:53:17Z</dcterms:created>
  <dcterms:modified xsi:type="dcterms:W3CDTF">2026-04-20T20:53:17Z</dcterms:modified>
</cp:coreProperties>
</file>